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embeddings/Microsoft_Excel_Worksheet1.xlsx" ContentType="application/vnd.openxmlformats-officedocument.spreadsheetml.sheet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rot="0" spcFirstLastPara="1" vertOverflow="ellipsis" vert="horz" wrap="square" anchor="ctr" anchorCtr="1"/>
          <a:lstStyle/>
          <a:p>
            <a:pPr>
              <a:defRPr sz="1400"/>
            </a:pPr>
            <a:r>
              <a:rPr lang="en-US">
                <a:solidFill>
                  <a:srgbClr val="000000"/>
                </a:solidFill>
              </a:rPr>
              <a:t>品牌指数趋势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品牌指数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71</c:v>
                </c:pt>
                <c:pt idx="2">
                  <c:v>85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222222222"/>
      </c:catAx>
      <c:valAx>
        <c:axId val="222222222"/>
        <c:scaling>
          <c:orientation val="minMax"/>
        </c:scaling>
        <c:delete val="0"/>
        <c:axPos val="l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111111111"/>
      </c:valAx>
    </c:plotArea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9000" y="762000"/>
            <a:ext cx="10414000" cy="889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4000" b="1">
                <a:solidFill>
                  <a:srgbClr val="17324D"/>
                </a:solidFill>
                <a:latin typeface="Microsoft YaHei"/>
                <a:ea typeface="Microsoft YaHei"/>
              </a:rPr>
              <a:t>品牌策略提案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9000" y="1905000"/>
            <a:ext cx="10414000" cy="635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200" b="0">
                <a:solidFill>
                  <a:srgbClr val="333333"/>
                </a:solidFill>
                <a:latin typeface="Microsoft YaHei"/>
                <a:ea typeface="Microsoft YaHei"/>
              </a:rPr>
              <a:t>2026 秋季品牌升级方案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9000" y="5334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800" b="0">
                <a:solidFill>
                  <a:srgbClr val="555555"/>
                </a:solidFill>
                <a:latin typeface="Microsoft YaHei"/>
                <a:ea typeface="Microsoft YaHei"/>
              </a:rPr>
              <a:t>汇报人：王晨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9000" y="635000"/>
            <a:ext cx="10414000" cy="6985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3400" b="1">
                <a:solidFill>
                  <a:srgbClr val="17324D"/>
                </a:solidFill>
                <a:latin typeface="Microsoft YaHei"/>
                <a:ea typeface="Microsoft YaHei"/>
              </a:rPr>
              <a:t>议程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1778000"/>
            <a:ext cx="9906000" cy="2794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000" b="0">
                <a:solidFill>
                  <a:srgbClr val="333333"/>
                </a:solidFill>
                <a:latin typeface="Microsoft YaHei"/>
                <a:ea typeface="Microsoft YaHei"/>
              </a:rPr>
              <a:t>议程 关于品牌 市场分析 目标受众 营销策略 KPI 总结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9000" y="635000"/>
            <a:ext cx="10414000" cy="6985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3400" b="1">
                <a:solidFill>
                  <a:srgbClr val="17324D"/>
                </a:solidFill>
                <a:latin typeface="Microsoft YaHei"/>
                <a:ea typeface="Microsoft YaHei"/>
              </a:rPr>
              <a:t>关于品牌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1905000"/>
            <a:ext cx="9906000" cy="1016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000" b="0">
                <a:solidFill>
                  <a:srgbClr val="333333"/>
                </a:solidFill>
                <a:latin typeface="Microsoft YaHei"/>
                <a:ea typeface="Microsoft YaHei"/>
              </a:rPr>
              <a:t>成立于 2002 年，专注生活方式品牌的长期价值建设。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9000" y="635000"/>
            <a:ext cx="10414000" cy="6985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3400" b="1">
                <a:solidFill>
                  <a:srgbClr val="17324D"/>
                </a:solidFill>
                <a:latin typeface="Microsoft YaHei"/>
                <a:ea typeface="Microsoft YaHei"/>
              </a:rPr>
              <a:t>品牌定位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1905000"/>
            <a:ext cx="9906000" cy="1270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000" b="0">
                <a:solidFill>
                  <a:srgbClr val="333333"/>
                </a:solidFill>
                <a:latin typeface="Microsoft YaHei"/>
                <a:ea typeface="Microsoft YaHei"/>
              </a:rPr>
              <a:t>为都市年轻家庭提供高品质、可持续的出行与生活方式体验。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9000" y="635000"/>
            <a:ext cx="10414000" cy="6985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3400" b="1">
                <a:solidFill>
                  <a:srgbClr val="17324D"/>
                </a:solidFill>
                <a:latin typeface="Microsoft YaHei"/>
                <a:ea typeface="Microsoft YaHei"/>
              </a:rPr>
              <a:t>核心价值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1905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200" b="1">
                <a:solidFill>
                  <a:srgbClr val="333333"/>
                </a:solidFill>
                <a:latin typeface="Microsoft YaHei"/>
                <a:ea typeface="Microsoft YaHei"/>
              </a:rPr>
              <a:t>信任、品质、体验、可持续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9000" y="635000"/>
            <a:ext cx="10414000" cy="6985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3400" b="1">
                <a:solidFill>
                  <a:srgbClr val="17324D"/>
                </a:solidFill>
                <a:latin typeface="Microsoft YaHei"/>
                <a:ea typeface="Microsoft YaHei"/>
              </a:rPr>
              <a:t>营销策略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1905000"/>
            <a:ext cx="9906000" cy="1270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000" b="0">
                <a:solidFill>
                  <a:srgbClr val="333333"/>
                </a:solidFill>
                <a:latin typeface="Microsoft YaHei"/>
                <a:ea typeface="Microsoft YaHei"/>
              </a:rPr>
              <a:t>内容种草 + 会员复购 + 区域联名活动，重点提升品牌心智份额。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9000" y="635000"/>
            <a:ext cx="10414000" cy="6985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3400" b="1">
                <a:solidFill>
                  <a:srgbClr val="17324D"/>
                </a:solidFill>
                <a:latin typeface="Microsoft YaHei"/>
                <a:ea typeface="Microsoft YaHei"/>
              </a:rPr>
              <a:t>目标受众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1905000"/>
            <a:ext cx="9906000" cy="1016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000" b="0">
                <a:solidFill>
                  <a:srgbClr val="333333"/>
                </a:solidFill>
                <a:latin typeface="Microsoft YaHei"/>
                <a:ea typeface="Microsoft YaHei"/>
              </a:rPr>
              <a:t>25-40 岁一二线城市家庭用户，重视品质与效率。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9000" y="635000"/>
            <a:ext cx="10414000" cy="6985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3400" b="1">
                <a:solidFill>
                  <a:srgbClr val="17324D"/>
                </a:solidFill>
                <a:latin typeface="Microsoft YaHei"/>
                <a:ea typeface="Microsoft YaHei"/>
              </a:rPr>
              <a:t>KPI 与关键指标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2032000"/>
            <a:ext cx="9906000" cy="1016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400" b="1">
                <a:solidFill>
                  <a:srgbClr val="C00000"/>
                </a:solidFill>
                <a:latin typeface="Microsoft YaHei"/>
                <a:ea typeface="Microsoft YaHei"/>
              </a:rPr>
              <a:t>客户满意度 85% | 会员复购率 42% | 品牌搜索指数 +18%</a:t>
            </a:r>
          </a:p>
        </p:txBody>
      </p:sp>
      <p:graphicFrame>
        <p:nvGraphicFramePr>
          <p:cNvPr id="4" name="Chart 1"/>
          <p:cNvGraphicFramePr/>
          <p:nvPr/>
        </p:nvGraphicFramePr>
        <p:xfrm>
          <a:off x="1524000" y="3302000"/>
          <a:ext cx="9144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9000" y="635000"/>
            <a:ext cx="10414000" cy="6985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Microsoft YaHei"/>
                <a:ea typeface="Microsoft YaHei"/>
              </a:rPr>
              <a:t>品牌愿景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2540000"/>
            <a:ext cx="9906000" cy="1270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Microsoft YaHei"/>
                <a:ea typeface="Microsoft YaHei"/>
              </a:rPr>
              <a:t>成为现代、有意义出行的首选目的地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pptx-kit</dc:creator>
  <cp:lastModifiedBy>pptx-kit</cp:lastModifiedBy>
</cp:coreProperties>
</file>